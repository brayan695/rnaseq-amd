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4A8B-E3AF-5E8B-403E-81BD333C9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E5079-7E97-B346-B0A7-2A4646FAD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8992C-44FD-49A7-5864-8F1F9AAE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C7E01-5907-105C-C801-CDE95E77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BB193-BE5D-A4C2-C8C7-A5D58BAA1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8CA6-17EE-FBD5-6BD7-3FD2BD38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FB9D4-351C-3FD2-10B2-D520A81BB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BBB83-74F6-11C2-63FE-36DF4DFBE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8CDB4-2E95-A564-CA29-207350C94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814F5-9626-2B2E-99B3-69ADD0A5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69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11EC-894A-4CD7-1B91-AA223273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6EC66-11D5-D0A3-6A57-A07D021BF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A4CCF-3061-50CF-E66D-2E1A43B66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44F9F-B329-CE7E-53D6-EAC744A9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96B9-667E-7AAB-5D49-1C08E32E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64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3F64-E83D-498D-1224-B2465A5F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E35C3-D90A-D847-A8DF-71A671C1B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9ED3E-A0F0-C1D2-E884-04325681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FE683-AFFE-9DC6-0BC7-A45BC4C9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BF232-7C57-2885-493B-681CFFE5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0AD4E-DFAD-F868-870C-491DE78B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8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4742-97C6-13FA-6BC3-FBAD4B677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5AE99-5FBA-D569-8CD9-4F4B2686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896DC-09CA-D94D-F1AA-D768891B7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5BE7DC-6B5F-6734-A1B9-7020072BE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E4812F-C9DA-494A-14C9-A6E841725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5CE23-723A-113D-17FF-1F30D334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A1F923-74A6-58BF-2593-A11347B81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55EF73-272D-3705-71EA-00EF5FE8C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5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B4787-6B7C-5A32-83DF-DDC5D7728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EECDA6-483E-06DA-5D3B-E62727ACD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B6884-2946-7CE4-AB03-34E68EDA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2D479-3E5E-6C7C-7F5A-1A9E5CAD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7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98A510-7097-5689-FF88-14A433C9B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F6B6F5-E327-222A-39AB-519BA0E0D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AA222-323F-DB20-9FD9-45DF9216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7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5EB7-A5AA-015D-560E-23586106D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22BD6-A96C-FEDB-F59B-E4CA72475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A725A-4A0D-A102-D3F8-45BD45F03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F375C-A11D-F171-02CE-04D9F1CB1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3D25F-FC41-F3D0-1361-FC9951A3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7A64F-41C5-9DFD-DA27-00746651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58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482B-7AE7-C7C2-B229-07C2FF778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5DE667-47CA-22F4-4D12-F6C174635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3D2F5-75F9-0D8F-CFBD-0A4A444A1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39CF9-8BC4-C9B1-12C1-14BE0D2FC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5CA34-1DF7-498A-3D07-73D934F2E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9CA71-66AE-2ED9-FA6F-DF80BAAD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23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4C896-0567-6809-5922-217B5B51B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204FC-028F-1F1E-2A36-DB72D5329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28F18-0C58-BFF3-9D15-A1DE2C08B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41A55-D7C9-1439-413E-E86078FE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B3832-8C13-F741-66F8-35364676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1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E28D0C-51EA-CF05-931F-C792F3007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63C25-55D0-72A7-62AF-FACECFD18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EC2C5-6A6D-239F-3D63-70C2E0052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55330-E4DD-D5B7-7567-6A5609B42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A1A9D-7387-C5E6-25C2-F18F559F5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19CB2-C2F1-FDFD-4F5C-F3AB11EDD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7A61D-49B8-D401-B2A4-0429BF555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7223F-C611-6073-7A33-5FE583AD68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0790E-5D0F-4421-81C9-025011F9CD1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E2DEA-5DED-97D2-7864-96E9D77D5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5A8DC-B969-0580-7C07-CAFDD6D61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DF698-7576-489B-BA23-3E66058C4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24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CC9CF5-C055-B856-EE21-035C0F18DBC5}"/>
              </a:ext>
            </a:extLst>
          </p:cNvPr>
          <p:cNvCxnSpPr>
            <a:cxnSpLocks/>
          </p:cNvCxnSpPr>
          <p:nvPr/>
        </p:nvCxnSpPr>
        <p:spPr>
          <a:xfrm>
            <a:off x="73152" y="3483864"/>
            <a:ext cx="10972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ECD56E-6251-7662-28D9-015C7E2DEC48}"/>
              </a:ext>
            </a:extLst>
          </p:cNvPr>
          <p:cNvSpPr/>
          <p:nvPr/>
        </p:nvSpPr>
        <p:spPr>
          <a:xfrm>
            <a:off x="1170432" y="3017520"/>
            <a:ext cx="1371600" cy="941832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D145D3-4F01-1087-E9EB-17F544A64134}"/>
              </a:ext>
            </a:extLst>
          </p:cNvPr>
          <p:cNvCxnSpPr>
            <a:cxnSpLocks/>
          </p:cNvCxnSpPr>
          <p:nvPr/>
        </p:nvCxnSpPr>
        <p:spPr>
          <a:xfrm>
            <a:off x="2542032" y="3483864"/>
            <a:ext cx="8869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5BF646A-7734-B4B3-5594-1E005BB6129F}"/>
              </a:ext>
            </a:extLst>
          </p:cNvPr>
          <p:cNvSpPr/>
          <p:nvPr/>
        </p:nvSpPr>
        <p:spPr>
          <a:xfrm>
            <a:off x="3429000" y="3017519"/>
            <a:ext cx="2055114" cy="969261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ADC6DF-264F-B213-DD16-5FF6D2CF6FC2}"/>
              </a:ext>
            </a:extLst>
          </p:cNvPr>
          <p:cNvCxnSpPr>
            <a:cxnSpLocks/>
          </p:cNvCxnSpPr>
          <p:nvPr/>
        </p:nvCxnSpPr>
        <p:spPr>
          <a:xfrm>
            <a:off x="5484114" y="3480816"/>
            <a:ext cx="8869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D8464A7-ED8C-10F4-4CB9-05C2535507C5}"/>
              </a:ext>
            </a:extLst>
          </p:cNvPr>
          <p:cNvSpPr/>
          <p:nvPr/>
        </p:nvSpPr>
        <p:spPr>
          <a:xfrm>
            <a:off x="6371082" y="3003804"/>
            <a:ext cx="1371600" cy="941832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9990BD2-F508-634E-3C16-A59D8BFE5381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742682" y="3474720"/>
            <a:ext cx="1371600" cy="96012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72CACFA-6AE1-3348-8D6F-65CC5E1C2EFB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742682" y="2505456"/>
            <a:ext cx="1371600" cy="96926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873B349-D858-3CFD-512D-4A03654BBE6B}"/>
              </a:ext>
            </a:extLst>
          </p:cNvPr>
          <p:cNvSpPr/>
          <p:nvPr/>
        </p:nvSpPr>
        <p:spPr>
          <a:xfrm>
            <a:off x="9114282" y="2052828"/>
            <a:ext cx="1145286" cy="941832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1A12EB-1405-9A64-A3DD-915279C6173D}"/>
              </a:ext>
            </a:extLst>
          </p:cNvPr>
          <p:cNvSpPr/>
          <p:nvPr/>
        </p:nvSpPr>
        <p:spPr>
          <a:xfrm>
            <a:off x="9114282" y="3945636"/>
            <a:ext cx="1145286" cy="941832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C88C93-3CF6-31BB-0C57-0EE1B547B74D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0259568" y="2523744"/>
            <a:ext cx="7406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3B0462-7CAF-7F9A-D9BE-2E45D8715171}"/>
              </a:ext>
            </a:extLst>
          </p:cNvPr>
          <p:cNvCxnSpPr>
            <a:cxnSpLocks/>
          </p:cNvCxnSpPr>
          <p:nvPr/>
        </p:nvCxnSpPr>
        <p:spPr>
          <a:xfrm>
            <a:off x="10259568" y="4416552"/>
            <a:ext cx="7406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CE0135A-EAC0-9F74-FB3D-BC63C42E0E8B}"/>
              </a:ext>
            </a:extLst>
          </p:cNvPr>
          <p:cNvSpPr txBox="1"/>
          <p:nvPr/>
        </p:nvSpPr>
        <p:spPr>
          <a:xfrm>
            <a:off x="1234440" y="3114532"/>
            <a:ext cx="12435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 Computation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DAC591-D8F5-06F9-F302-4731C9805666}"/>
              </a:ext>
            </a:extLst>
          </p:cNvPr>
          <p:cNvSpPr txBox="1"/>
          <p:nvPr/>
        </p:nvSpPr>
        <p:spPr>
          <a:xfrm>
            <a:off x="0" y="3211660"/>
            <a:ext cx="12435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RNA-seq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56C63A-0ED4-8DC0-38A2-3472BF0BCA82}"/>
              </a:ext>
            </a:extLst>
          </p:cNvPr>
          <p:cNvSpPr txBox="1"/>
          <p:nvPr/>
        </p:nvSpPr>
        <p:spPr>
          <a:xfrm>
            <a:off x="2363724" y="3092672"/>
            <a:ext cx="12435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Gene Similarities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0F01B7-88F3-1F99-B39F-7EB15FF5F286}"/>
              </a:ext>
            </a:extLst>
          </p:cNvPr>
          <p:cNvSpPr txBox="1"/>
          <p:nvPr/>
        </p:nvSpPr>
        <p:spPr>
          <a:xfrm>
            <a:off x="3438144" y="3111731"/>
            <a:ext cx="19773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Planar Filtered Network Construction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PMFG algorithm)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E9B2DA-F2DB-7410-0596-02F70E3D1A72}"/>
              </a:ext>
            </a:extLst>
          </p:cNvPr>
          <p:cNvSpPr txBox="1"/>
          <p:nvPr/>
        </p:nvSpPr>
        <p:spPr>
          <a:xfrm>
            <a:off x="5305806" y="3105388"/>
            <a:ext cx="12435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Planar Filtered Network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D76DCE-A975-C9E7-B1EA-F0749F8A785D}"/>
              </a:ext>
            </a:extLst>
          </p:cNvPr>
          <p:cNvSpPr txBox="1"/>
          <p:nvPr/>
        </p:nvSpPr>
        <p:spPr>
          <a:xfrm>
            <a:off x="6435090" y="3105388"/>
            <a:ext cx="12435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Multiscale Cluster Analysis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2C3F7C-2ECD-82F2-ACEB-10E1B41E3AEA}"/>
              </a:ext>
            </a:extLst>
          </p:cNvPr>
          <p:cNvSpPr txBox="1"/>
          <p:nvPr/>
        </p:nvSpPr>
        <p:spPr>
          <a:xfrm>
            <a:off x="7436358" y="3086931"/>
            <a:ext cx="12435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Multiscale</a:t>
            </a:r>
          </a:p>
          <a:p>
            <a:pPr algn="ctr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66E3ED-15E5-6A4F-B9F1-B686B87D30A4}"/>
              </a:ext>
            </a:extLst>
          </p:cNvPr>
          <p:cNvSpPr txBox="1"/>
          <p:nvPr/>
        </p:nvSpPr>
        <p:spPr>
          <a:xfrm>
            <a:off x="9061704" y="2042669"/>
            <a:ext cx="12435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Module Eigengene Analysis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662ED6-C607-D78D-AB7C-2C149460717E}"/>
              </a:ext>
            </a:extLst>
          </p:cNvPr>
          <p:cNvSpPr txBox="1"/>
          <p:nvPr/>
        </p:nvSpPr>
        <p:spPr>
          <a:xfrm>
            <a:off x="9061704" y="4161970"/>
            <a:ext cx="1243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 Gene Detection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9FCB3-CF88-989F-BD9C-74418F7FAD40}"/>
              </a:ext>
            </a:extLst>
          </p:cNvPr>
          <p:cNvSpPr txBox="1"/>
          <p:nvPr/>
        </p:nvSpPr>
        <p:spPr>
          <a:xfrm>
            <a:off x="10894314" y="2235203"/>
            <a:ext cx="132892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Up/Downregulation of Clusters Based on Phenotype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1879FB-68DC-F6FC-F32A-6F50F4687976}"/>
              </a:ext>
            </a:extLst>
          </p:cNvPr>
          <p:cNvSpPr txBox="1"/>
          <p:nvPr/>
        </p:nvSpPr>
        <p:spPr>
          <a:xfrm>
            <a:off x="10708386" y="4289594"/>
            <a:ext cx="13289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 Genes</a:t>
            </a:r>
          </a:p>
        </p:txBody>
      </p:sp>
    </p:spTree>
    <p:extLst>
      <p:ext uri="{BB962C8B-B14F-4D97-AF65-F5344CB8AC3E}">
        <p14:creationId xmlns:p14="http://schemas.microsoft.com/office/powerpoint/2010/main" val="4125753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13D8A9D81BC42B89A34BEF682B128" ma:contentTypeVersion="4" ma:contentTypeDescription="Create a new document." ma:contentTypeScope="" ma:versionID="07edd956a0d602cbb040ca35a96e9d12">
  <xsd:schema xmlns:xsd="http://www.w3.org/2001/XMLSchema" xmlns:xs="http://www.w3.org/2001/XMLSchema" xmlns:p="http://schemas.microsoft.com/office/2006/metadata/properties" xmlns:ns3="6e8c3f7f-26d7-4998-b53e-8e33be4b4482" targetNamespace="http://schemas.microsoft.com/office/2006/metadata/properties" ma:root="true" ma:fieldsID="43295b2ed4996e088a84de22d58dfc0c" ns3:_="">
    <xsd:import namespace="6e8c3f7f-26d7-4998-b53e-8e33be4b44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8c3f7f-26d7-4998-b53e-8e33be4b44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308B3E-EF67-4A81-8BE1-0CA0A0A8B6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8c3f7f-26d7-4998-b53e-8e33be4b44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83CF4B7-C395-43A4-9258-BE8289138272}">
  <ds:schemaRefs>
    <ds:schemaRef ds:uri="http://purl.org/dc/terms/"/>
    <ds:schemaRef ds:uri="http://purl.org/dc/dcmitype/"/>
    <ds:schemaRef ds:uri="6e8c3f7f-26d7-4998-b53e-8e33be4b4482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2C861393-BB40-4592-89EC-A288212387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1819</TotalTime>
  <Words>42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Brayan Gutierrez</dc:creator>
  <cp:lastModifiedBy>Brayan Gutierrez</cp:lastModifiedBy>
  <cp:revision>3</cp:revision>
  <dcterms:created xsi:type="dcterms:W3CDTF">2026-01-21T01:00:16Z</dcterms:created>
  <dcterms:modified xsi:type="dcterms:W3CDTF">2026-02-01T01:29:10Z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0x010100B9413D8A9D81BC42B89A34BEF682B128</vt:lpwstr>
  </property>
</Properties>
</file>